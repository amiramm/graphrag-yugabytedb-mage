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F5F3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4617720"/>
            <a:ext cx="4572000" cy="525780"/>
          </a:xfrm>
          <a:prstGeom prst="rect">
            <a:avLst/>
          </a:prstGeom>
          <a:solidFill>
            <a:srgbClr val="FFB38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github.com/amiramm/graphrag-yugabytedb-mage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yugabyteDB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01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F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GRAPH RAG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 xml:space="preserve">Hybrid Graph RAG: </a:t>
            </a:r>
            <a:pPr indent="0" marL="0">
              <a:buNone/>
            </a:pPr>
            <a:r>
              <a:rPr lang="en-US" sz="2000" b="1" dirty="0">
                <a:solidFill>
                  <a:srgbClr val="FF5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pgvector + MAGE</a:t>
            </a:r>
            <a:pPr indent="0" marL="0">
              <a:buNone/>
            </a:pPr>
            <a:r>
              <a:rPr lang="en-US" sz="20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 xml:space="preserve"> in YugabyteDB 2026.1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B0A09">
              <a:alpha val="50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326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5F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5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932688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1261872"/>
            <a:ext cx="1819656" cy="1179576"/>
          </a:xfrm>
          <a:prstGeom prst="roundRect">
            <a:avLst>
              <a:gd name="adj" fmla="val 4651"/>
            </a:avLst>
          </a:prstGeom>
          <a:solidFill>
            <a:srgbClr val="0B0A09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298448"/>
            <a:ext cx="1673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EXTENSION vector;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EXTENSION mage CASCADE;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3160" y="159562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5F3B">
                    <a:alpha val="60000"/>
                  </a:srgbClr>
                </a:solidFill>
              </a:rPr>
              <a:t>▶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32888" y="841248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B0A09">
              <a:alpha val="50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9326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5F3B"/>
          </a:solidFill>
          <a:ln/>
        </p:spPr>
      </p:sp>
      <p:sp>
        <p:nvSpPr>
          <p:cNvPr id="17" name="Text 15"/>
          <p:cNvSpPr/>
          <p:nvPr/>
        </p:nvSpPr>
        <p:spPr>
          <a:xfrm>
            <a:off x="2624328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5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16936" y="932688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1261872"/>
            <a:ext cx="1819656" cy="1179576"/>
          </a:xfrm>
          <a:prstGeom prst="roundRect">
            <a:avLst>
              <a:gd name="adj" fmla="val 4651"/>
            </a:avLst>
          </a:prstGeom>
          <a:solidFill>
            <a:srgbClr val="0B0A09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1298448"/>
            <a:ext cx="1673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doc_chunks(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content TEXT,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embedding vector(1024));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create_graph(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'knowledge_graph');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98848" y="159562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5F3B">
                    <a:alpha val="60000"/>
                  </a:srgbClr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608576" y="841248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B0A09">
              <a:alpha val="50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9326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5F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5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92624" y="932688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Ingest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1261872"/>
            <a:ext cx="1819656" cy="1179576"/>
          </a:xfrm>
          <a:prstGeom prst="roundRect">
            <a:avLst>
              <a:gd name="adj" fmla="val 4651"/>
            </a:avLst>
          </a:prstGeom>
          <a:solidFill>
            <a:srgbClr val="0B0A09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98448"/>
            <a:ext cx="1673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INTO doc_chunks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(content, embedding);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cypher: MERGE (a:Entity)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-[:RELATED_TO]-&gt;(b)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74536" y="159562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5F3B">
                    <a:alpha val="60000"/>
                  </a:srgbClr>
                </a:solidFill>
              </a:rPr>
              <a:t>▶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684264" y="841248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B0A09">
              <a:alpha val="50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75704" y="9326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5F3B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5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68312" y="932688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1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Hybrid query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1261872"/>
            <a:ext cx="1819656" cy="1179576"/>
          </a:xfrm>
          <a:prstGeom prst="roundRect">
            <a:avLst>
              <a:gd name="adj" fmla="val 4651"/>
            </a:avLst>
          </a:prstGeom>
          <a:solidFill>
            <a:srgbClr val="0B0A09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1298448"/>
            <a:ext cx="16733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A. vector top-k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 embedding &lt;=&gt; $q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LIMIT k;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B. graph 1-hop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cypher: MATCH (a)-[r]-(b)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99E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→ fuse for the LLM</a:t>
            </a:r>
            <a:endParaRPr lang="en-US" sz="8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615000"/>
            <a:ext cx="8229600" cy="19282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2026-06-15T05:36:24Z</dcterms:created>
  <dcterms:modified xsi:type="dcterms:W3CDTF">2026-06-15T05:36:24Z</dcterms:modified>
</cp:coreProperties>
</file>